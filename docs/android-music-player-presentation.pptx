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3a767ed774dd4" /><Relationship Type="http://schemas.openxmlformats.org/officeDocument/2006/relationships/extended-properties" Target="/docProps/app.xml" Id="R028f8b9f5362455a" /><Relationship Type="http://schemas.openxmlformats.org/officeDocument/2006/relationships/officeDocument" Target="/ppt/presentation.xml" Id="Rbd057c2fa76342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88d3a99092448d"/>
  </p:sldMasterIdLst>
  <p:notesMasterIdLst>
    <p:notesMasterId xmlns:r="http://schemas.openxmlformats.org/officeDocument/2006/relationships" r:id="R7ad6349059b74c3a"/>
  </p:notesMasterIdLst>
  <p:sldIdLst>
    <p:sldId xmlns:r="http://schemas.openxmlformats.org/officeDocument/2006/relationships" id="256" r:id="Rbbba2747ac834eff"/>
    <p:sldId xmlns:r="http://schemas.openxmlformats.org/officeDocument/2006/relationships" id="257" r:id="R24610a0dd3b04e34"/>
    <p:sldId xmlns:r="http://schemas.openxmlformats.org/officeDocument/2006/relationships" id="258" r:id="Rf74bf96e196c463b"/>
    <p:sldId xmlns:r="http://schemas.openxmlformats.org/officeDocument/2006/relationships" id="259" r:id="R4a326e695885472b"/>
    <p:sldId xmlns:r="http://schemas.openxmlformats.org/officeDocument/2006/relationships" id="260" r:id="Rb89dfa68185746d0"/>
    <p:sldId xmlns:r="http://schemas.openxmlformats.org/officeDocument/2006/relationships" id="261" r:id="R10fefd45bdd4407c"/>
    <p:sldId xmlns:r="http://schemas.openxmlformats.org/officeDocument/2006/relationships" id="262" r:id="Rc2756870ff4e454d"/>
    <p:sldId xmlns:r="http://schemas.openxmlformats.org/officeDocument/2006/relationships" id="263" r:id="Rc1039e9a71254f64"/>
    <p:sldId xmlns:r="http://schemas.openxmlformats.org/officeDocument/2006/relationships" id="264" r:id="R189f4da880274142"/>
    <p:sldId xmlns:r="http://schemas.openxmlformats.org/officeDocument/2006/relationships" id="265" r:id="R8e82bbea88594612"/>
    <p:sldId xmlns:r="http://schemas.openxmlformats.org/officeDocument/2006/relationships" id="266" r:id="Rcc04c3a69c0a43ac"/>
    <p:sldId xmlns:r="http://schemas.openxmlformats.org/officeDocument/2006/relationships" id="267" r:id="Re342b648294342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691ab084c140b9" /><Relationship Type="http://schemas.openxmlformats.org/officeDocument/2006/relationships/slideMaster" Target="/ppt/slideMasters/slideMaster1.xml" Id="Ra688d3a99092448d" /><Relationship Type="http://schemas.openxmlformats.org/officeDocument/2006/relationships/notesMaster" Target="/ppt/notesMasters/notesMaster1.xml" Id="R7ad6349059b74c3a" /><Relationship Type="http://schemas.openxmlformats.org/officeDocument/2006/relationships/presProps" Target="/ppt/presProps.xml" Id="Ra207708f5e6740c4" /><Relationship Type="http://schemas.openxmlformats.org/officeDocument/2006/relationships/tableStyles" Target="/ppt/tableStyles.xml" Id="R5db124bc4ac74b16" /><Relationship Type="http://schemas.openxmlformats.org/officeDocument/2006/relationships/slide" Target="/ppt/slides/slide1.xml" Id="Rbbba2747ac834eff" /><Relationship Type="http://schemas.openxmlformats.org/officeDocument/2006/relationships/slide" Target="/ppt/slides/slide2.xml" Id="R24610a0dd3b04e34" /><Relationship Type="http://schemas.openxmlformats.org/officeDocument/2006/relationships/slide" Target="/ppt/slides/slide3.xml" Id="Rf74bf96e196c463b" /><Relationship Type="http://schemas.openxmlformats.org/officeDocument/2006/relationships/slide" Target="/ppt/slides/slide4.xml" Id="R4a326e695885472b" /><Relationship Type="http://schemas.openxmlformats.org/officeDocument/2006/relationships/slide" Target="/ppt/slides/slide5.xml" Id="Rb89dfa68185746d0" /><Relationship Type="http://schemas.openxmlformats.org/officeDocument/2006/relationships/slide" Target="/ppt/slides/slide6.xml" Id="R10fefd45bdd4407c" /><Relationship Type="http://schemas.openxmlformats.org/officeDocument/2006/relationships/slide" Target="/ppt/slides/slide7.xml" Id="Rc2756870ff4e454d" /><Relationship Type="http://schemas.openxmlformats.org/officeDocument/2006/relationships/slide" Target="/ppt/slides/slide8.xml" Id="Rc1039e9a71254f64" /><Relationship Type="http://schemas.openxmlformats.org/officeDocument/2006/relationships/slide" Target="/ppt/slides/slide9.xml" Id="R189f4da880274142" /><Relationship Type="http://schemas.openxmlformats.org/officeDocument/2006/relationships/slide" Target="/ppt/slides/slide10.xml" Id="R8e82bbea88594612" /><Relationship Type="http://schemas.openxmlformats.org/officeDocument/2006/relationships/slide" Target="/ppt/slides/slide11.xml" Id="Rcc04c3a69c0a43ac" /><Relationship Type="http://schemas.openxmlformats.org/officeDocument/2006/relationships/slide" Target="/ppt/slides/slide12.xml" Id="Re342b6482943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d83304571a41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a51de8a8c4ec5" /><Relationship Type="http://schemas.openxmlformats.org/officeDocument/2006/relationships/notesMaster" Target="/ppt/notesMasters/notesMaster1.xml" Id="R0ff37f9ff4bd4d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5f50a719064ffb" /><Relationship Type="http://schemas.openxmlformats.org/officeDocument/2006/relationships/notesMaster" Target="/ppt/notesMasters/notesMaster1.xml" Id="R41fe4413323e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77bb4834a14432" /><Relationship Type="http://schemas.openxmlformats.org/officeDocument/2006/relationships/notesMaster" Target="/ppt/notesMasters/notesMaster1.xml" Id="R3ece4733fe50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319149239f4fb8" /><Relationship Type="http://schemas.openxmlformats.org/officeDocument/2006/relationships/notesMaster" Target="/ppt/notesMasters/notesMaster1.xml" Id="R1c1daa95086f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d9fa2c027c4013" /><Relationship Type="http://schemas.openxmlformats.org/officeDocument/2006/relationships/notesMaster" Target="/ppt/notesMasters/notesMaster1.xml" Id="Rfbf63280d10c4f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66651903a24e0a" /><Relationship Type="http://schemas.openxmlformats.org/officeDocument/2006/relationships/notesMaster" Target="/ppt/notesMasters/notesMaster1.xml" Id="R1c94b0e88f934f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9348fdcf1747b1" /><Relationship Type="http://schemas.openxmlformats.org/officeDocument/2006/relationships/notesMaster" Target="/ppt/notesMasters/notesMaster1.xml" Id="R8a45d2c0251f47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11edf788714da6" /><Relationship Type="http://schemas.openxmlformats.org/officeDocument/2006/relationships/notesMaster" Target="/ppt/notesMasters/notesMaster1.xml" Id="Reea5b4b3f31f49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cd4392e2de4a93" /><Relationship Type="http://schemas.openxmlformats.org/officeDocument/2006/relationships/notesMaster" Target="/ppt/notesMasters/notesMaster1.xml" Id="Raa9769ed68b347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f67dcbabfc4e9e" /><Relationship Type="http://schemas.openxmlformats.org/officeDocument/2006/relationships/notesMaster" Target="/ppt/notesMasters/notesMaster1.xml" Id="R6f3cc1333c8545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20029a52514de2" /><Relationship Type="http://schemas.openxmlformats.org/officeDocument/2006/relationships/notesMaster" Target="/ppt/notesMasters/notesMaster1.xml" Id="Rcad0c8ff63f54d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978da012f54b1a" /><Relationship Type="http://schemas.openxmlformats.org/officeDocument/2006/relationships/notesMaster" Target="/ppt/notesMasters/notesMaster1.xml" Id="R77ab3593e695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프로젝트의 핵심은 화면을 닫아도 재생 흐름이 서비스와 시스템 UI로 이어지는 구조입니다.</a:t>
            </a:r>
          </a:p>
          <a:p xmlns:a="http://schemas.openxmlformats.org/drawingml/2006/main">
            <a:r>
              <a:t>화면을 Spotify처럼 꾸미는 데서 끝내지 않고 UI, 상태, 재생 엔진, 알림과 위젯을 분리했습니다.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기본 재생원은 앱에 포함된 12개 WAV입니다.</a:t>
            </a:r>
          </a:p>
          <a:p xmlns:a="http://schemas.openxmlformats.org/drawingml/2006/main">
            <a:r>
              <a:t>온라인 기능은 iTunes와 MusicBrainz metadata 검색, 그리고 허용된 HTTPS 30초 preview로 제한합니다.</a:t>
            </a:r>
          </a:p>
          <a:p xmlns:a="http://schemas.openxmlformats.org/drawingml/2006/main">
            <a:r>
              <a:t>Spotify API나 저작권 음원 다운로드 기능은 구현하지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홈에서 탐색하거나 검색한 곡을 선택하면 Player로 이동합니다.</a:t>
            </a:r>
          </a:p>
          <a:p xmlns:a="http://schemas.openxmlformats.org/drawingml/2006/main">
            <a:r>
              <a:t>현재 곡은 미니 플레이어로 유지되고 즐겨찾기와 최근 선택은 Library에서 다시 확인할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Navigation과 Intent는 기능 종류가 아니라 이동 경계로 구분합니다.</a:t>
            </a:r>
          </a:p>
          <a:p xmlns:a="http://schemas.openxmlformats.org/drawingml/2006/main">
            <a:r>
              <a:t>Composable 화면 이동은 Navigation이고, 위젯이나 서비스처럼 Android 구성 요소 경계를 넘을 때 Intent와 PendingIntent를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상태와 실제 재생 상태를 한 객체에 섞지 않았습니다.</a:t>
            </a:r>
          </a:p>
          <a:p xmlns:a="http://schemas.openxmlformats.org/drawingml/2006/main">
            <a:r>
              <a:t>UI는 ViewModel을 먼저 바꾸고 실제 명령은 MediaController로 보냅니다.</a:t>
            </a:r>
          </a:p>
          <a:p xmlns:a="http://schemas.openxmlformats.org/drawingml/2006/main">
            <a:r>
              <a:t>Player listener와 500ms progress 갱신이 실제 상태를 다시 StateFlow로 돌려보냅니다.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검색은 타이핑과 동시에 반응합니다.</a:t>
            </a:r>
          </a:p>
          <a:p xmlns:a="http://schemas.openxmlformats.org/drawingml/2006/main">
            <a:r>
              <a:t>온라인 검색은 네트워크 요청을 줄이고 오래된 결과를 막기 위해 1초 debounce와 Job 취소를 사용합니다.</a:t>
            </a:r>
          </a:p>
          <a:p xmlns:a="http://schemas.openxmlformats.org/drawingml/2006/main">
            <a:r>
              <a:t>MusicBrainz와 preview URL이 없는 iTunes 결과는 metadata-only로 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곡은 12곡 전체를 queue에 넣고 수동 이전/다음은 끝에서 순환합니다.</a:t>
            </a:r>
          </a:p>
          <a:p xmlns:a="http://schemas.openxmlformats.org/drawingml/2006/main">
            <a:r>
              <a:t>온라인 preview는 별도 queue이며 30초 제한을 서비스의 Handler가 강제합니다.</a:t>
            </a:r>
          </a:p>
          <a:p xmlns:a="http://schemas.openxmlformats.org/drawingml/2006/main">
            <a:r>
              <a:t>따라서 화면 문구가 없어도 재생 정책은 유지됩니다.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강제 종료 뒤에도 무조건 재생된다고 말하면 안 됩니다.</a:t>
            </a:r>
          </a:p>
          <a:p xmlns:a="http://schemas.openxmlformats.org/drawingml/2006/main">
            <a:r>
              <a:t>정확한 표현은 Activity가 foreground를 떠나도 MediaSessionService가 재생 세션을 소유한다는 것입니다.</a:t>
            </a:r>
          </a:p>
          <a:p xmlns:a="http://schemas.openxmlformats.org/drawingml/2006/main">
            <a:r>
              <a:t>알림 metadata는 MediaItem을 만들 때 넣은 제목, 아티스트, 앨범을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위젯은 Compose가 아니라 RemoteViews입니다.</a:t>
            </a:r>
          </a:p>
          <a:p xmlns:a="http://schemas.openxmlformats.org/drawingml/2006/main">
            <a:r>
              <a:t>버튼은 PendingIntent broadcast를 거쳐 같은 MusicPlaybackService에 명령을 보냅니다.</a:t>
            </a:r>
          </a:p>
          <a:p xmlns:a="http://schemas.openxmlformats.org/drawingml/2006/main">
            <a:r>
              <a:t>검색 버튼은 MainActivity의 Search가 아니라 전용 WidgetMusicSearchActivity를 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즐겨찾기와 최근 선택은 DataStore, 위젯의 마지막 표시 상태는 SharedPreferences로 목적을 나눴습니다.</a:t>
            </a:r>
          </a:p>
          <a:p xmlns:a="http://schemas.openxmlformats.org/drawingml/2006/main">
            <a:r>
              <a:t>최근 재생 전체가 아니라 최근 UI 선택이라는 표현이 정확합니다.</a:t>
            </a:r>
          </a:p>
          <a:p xmlns:a="http://schemas.openxmlformats.org/drawingml/2006/main">
            <a:r>
              <a:t>Swipe, slider scrubbing, press scale과 TalkBack custom action으로 조작 경험도 보완했습니다.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릴리즈에서 compileDebugKotlin과 testDebugUnitTest를 다시 실행합니다.</a:t>
            </a:r>
          </a:p>
          <a:p xmlns:a="http://schemas.openxmlformats.org/drawingml/2006/main">
            <a:r>
              <a:t>현재 자동화는 실제 MediaSession 알림과 전체 Compose navigation을 직접 검증하지 않습니다.</a:t>
            </a:r>
          </a:p>
          <a:p xmlns:a="http://schemas.openxmlformats.org/drawingml/2006/main">
            <a:r>
              <a:t>다음 단계는 기능 추가보다 실제 기기 장시간 사용과 E2E 안정성입니다.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시연은 Home에서 시작해 Search, Player, Library를 거친 뒤 알림과 위젯으로 마무리합니다.</a:t>
            </a:r>
          </a:p>
          <a:p xmlns:a="http://schemas.openxmlformats.org/drawingml/2006/main">
            <a:r>
              <a:t>네트워크가 불안하면 로컬 곡을 기본 시나리오로 사용하고 30초 preview는 선택적으로 보여줍니다.</a:t>
            </a:r>
          </a:p>
          <a:p xmlns:a="http://schemas.openxmlformats.org/drawingml/2006/main">
            <a:r>
              <a:t>마지막 메시지는 Android 구성 요소를 역할에 맞게 나눠 하나의 재생 흐름을 완성했다는 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3761ba3a8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ea2268bc94e18" /><Relationship Type="http://schemas.openxmlformats.org/officeDocument/2006/relationships/slideLayout" Target="/ppt/slideLayouts/slideLayout1.xml" Id="R2558e64ae937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58e64ae937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98319445641c6" /><Relationship Type="http://schemas.openxmlformats.org/officeDocument/2006/relationships/image" Target="/ppt/media/image.png" Id="R1f74ee863e4c4439" /><Relationship Type="http://schemas.openxmlformats.org/officeDocument/2006/relationships/notesSlide" Target="/ppt/notesSlides/notesSlide1.xml" Id="Rc30b069e54bc46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3f82e4ae4558" /><Relationship Type="http://schemas.openxmlformats.org/officeDocument/2006/relationships/notesSlide" Target="/ppt/notesSlides/notesSlide2.xml" Id="R7f5be33e85af40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499ac1a044dc" /><Relationship Type="http://schemas.openxmlformats.org/officeDocument/2006/relationships/notesSlide" Target="/ppt/notesSlides/notesSlide3.xml" Id="R2bd1f98d1834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86503b7be4e93" /><Relationship Type="http://schemas.openxmlformats.org/officeDocument/2006/relationships/notesSlide" Target="/ppt/notesSlides/notesSlide4.xml" Id="Rf1e14a3f12364a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1c38940794388" /><Relationship Type="http://schemas.openxmlformats.org/officeDocument/2006/relationships/notesSlide" Target="/ppt/notesSlides/notesSlide5.xml" Id="R0961f46447e04b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15c616414ce2" /><Relationship Type="http://schemas.openxmlformats.org/officeDocument/2006/relationships/image" Target="/ppt/media/image2.png" Id="R3ffc1a8910e34459" /><Relationship Type="http://schemas.openxmlformats.org/officeDocument/2006/relationships/notesSlide" Target="/ppt/notesSlides/notesSlide6.xml" Id="R17279e20b9ce46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8760793754336" /><Relationship Type="http://schemas.openxmlformats.org/officeDocument/2006/relationships/notesSlide" Target="/ppt/notesSlides/notesSlide7.xml" Id="R792d80d95bd84b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aa9b3b49248d0" /><Relationship Type="http://schemas.openxmlformats.org/officeDocument/2006/relationships/notesSlide" Target="/ppt/notesSlides/notesSlide8.xml" Id="R74d71e5f5ee447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23daa194247da" /><Relationship Type="http://schemas.openxmlformats.org/officeDocument/2006/relationships/notesSlide" Target="/ppt/notesSlides/notesSlide9.xml" Id="Rb283ad23d8214f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01f82e5f44f45" /><Relationship Type="http://schemas.openxmlformats.org/officeDocument/2006/relationships/notesSlide" Target="/ppt/notesSlides/notesSlide10.xml" Id="R947ab9c197bb4a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04b2f844d40a4" /><Relationship Type="http://schemas.openxmlformats.org/officeDocument/2006/relationships/notesSlide" Target="/ppt/notesSlides/notesSlide11.xml" Id="Ra5f81b40bf5540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076c938c1445b" /><Relationship Type="http://schemas.openxmlformats.org/officeDocument/2006/relationships/notesSlide" Target="/ppt/notesSlides/notesSlide12.xml" Id="Rf83c1cd220b643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nel">
            <a:extLst xmlns:a="http://schemas.openxmlformats.org/drawingml/2006/main">
              <a:ext uri="{FF2B5EF4-FFF2-40B4-BE49-F238E27FC236}">
                <a16:creationId xmlns:a16="http://schemas.microsoft.com/office/drawing/2014/main" id="{353FA036-1E98-4A25-BA05-72BDC53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"/>
            <a:ext cx="390525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2325144-5760-44D9-8E5E-3637C3AE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2026 ANDROID PROGRAMMING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97DD0A8-A136-4674-A827-27B3CAD7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0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PROJECT PRESENTATION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582C649-E983-4902-A972-5908BE9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65722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화면을 떠나도
음악은 이어집니다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54E83E-0BB8-4D6F-98B3-6BDC81D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6191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AndroidProjet · Kotlin + Jetpack Compose + Media3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71C625EB-7318-4195-BFA7-27AE81D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D76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4ee863e4c44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150" y="381000"/>
            <a:ext cx="2743200" cy="60960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</p:spTree>
    <p:extLst>
      <p:ext uri="{BB962C8B-B14F-4D97-AF65-F5344CB8AC3E}">
        <p14:creationId xmlns:p14="http://schemas.microsoft.com/office/powerpoint/2010/main" val="380004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216A773-0A8F-4A76-A04A-6CD615E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프로젝트 범위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EDBC4E7-362A-4ABE-83F2-91E54AEA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Spotify 계정 없이 핵심 음악 앱 경험을 구현했습니다</a:t>
            </a:r>
          </a:p>
        </p:txBody>
      </p:sp>
      <p:cxnSp>
        <p:nvCxnSpPr>
          <p:cNvPr id="21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EF23A4-DFE0-468B-953B-6F16580E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프로젝트 범위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ED8234-8B41-45B0-847C-45D56637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070CB15D-F6CC-4288-B669-62AE31F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571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63F493-A11C-46CC-81F4-9D8B339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114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02165F-4982-48E5-A2DB-165D5EE7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2114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앱에 포함된
로컬 WAV 샘플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F76AD71-AE98-429C-8B01-74982833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571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C3B695C-86EB-4200-B94D-B7183A46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81250"/>
            <a:ext cx="2114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EED4566-3A82-44AD-91B9-B2276B3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81425"/>
            <a:ext cx="2114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Home · Search
Player · Library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7B1153B0-139B-42C1-BC15-D8ED33CE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2571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8F2D57-5C9A-46AE-A1FB-EAE14AAC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2114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30s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56A531D-328D-4936-86B7-28E4B38C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81425"/>
            <a:ext cx="2114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HTTPS API preview
최대 재생 길이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AF8266B1-E0CD-4487-8CA7-18B99647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33600"/>
            <a:ext cx="25717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2CDA64-5B61-4F69-B945-041FDEE6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114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8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D4078B8-BF8A-4DAE-9CD2-26A89E64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81425"/>
            <a:ext cx="2114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최근 선택으로
유지하는 최대 곡 수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E3D5683-CDCD-44E6-BA2A-EFEB17BF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사용하지 않음: Spotify API · 로그인 · 전체 음원 스트리밍 · 다운로드 · 결제</a:t>
            </a:r>
          </a:p>
        </p:txBody>
      </p:sp>
    </p:spTree>
    <p:extLst>
      <p:ext uri="{BB962C8B-B14F-4D97-AF65-F5344CB8AC3E}">
        <p14:creationId xmlns:p14="http://schemas.microsoft.com/office/powerpoint/2010/main" val="152695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C047F52-F08A-4791-9460-7DD7F8A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흐름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DDC1BA6-481A-47D5-8BDC-EEE0916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번의 선택이 네 화면을 연결합니다</a:t>
            </a:r>
          </a:p>
        </p:txBody>
      </p:sp>
      <p:cxnSp>
        <p:nvCxnSpPr>
          <p:cNvPr id="27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CBD276-3B2A-4B8A-A3C8-8C598D41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흐름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968FCE-4B7C-46C3-ABC3-3B5555DE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CB6B315A-A80D-4E4E-B202-8325AB1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5812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BBDAC7-D6A8-44F4-90A1-908A9B6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095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610C30-2ED2-4551-A51D-0830B5F6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Home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EFBC3F-77F7-4F4D-8DA9-2C63426B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3825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추천 · 전체 목록
API preview 탐색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1BE3CF-C2AB-4440-B370-922BA6F7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81350"/>
            <a:ext cx="28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09FB4F2-5274-44D8-A0ED-6BE5C7F3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85950"/>
            <a:ext cx="25812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493109-843F-4C25-8009-65A7384E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52650"/>
            <a:ext cx="2095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506599-0791-403F-A26F-34825475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956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Search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CA2E24-A4AA-4592-8525-6F483D30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33825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즉시 필터
온라인 metadata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85B26F-E1D8-46A9-941B-1998CFDE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28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CEC4A84-F380-4F95-9BD4-14931DE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5812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A44E61F-26AF-4D86-B984-7F77DEF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2095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768B87-CF54-4687-9BE8-4C76FB43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Player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ED7C31E-A21C-44BE-8A9D-5FDC7E2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33825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seek · swipe · 저장
이전/다음 queue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5BA5C1F-E02A-40E8-B992-65786181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81350"/>
            <a:ext cx="28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4447079F-64B4-4919-94E4-7567135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85950"/>
            <a:ext cx="25812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AB09D3B-54C6-4DB2-AE0F-8B84A4D6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52650"/>
            <a:ext cx="2095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E5147BE-BF8F-43FE-8840-65E898F0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29565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Library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841C55E-CCBC-45D8-8246-5392D86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933825"/>
            <a:ext cx="2095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즐겨찾기 · 최근 선택
앨범 대표 목록</a:t>
            </a:r>
          </a:p>
        </p:txBody>
      </p:sp>
    </p:spTree>
    <p:extLst>
      <p:ext uri="{BB962C8B-B14F-4D97-AF65-F5344CB8AC3E}">
        <p14:creationId xmlns:p14="http://schemas.microsoft.com/office/powerpoint/2010/main" val="262726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nel">
            <a:extLst xmlns:a="http://schemas.openxmlformats.org/drawingml/2006/main">
              <a:ext uri="{FF2B5EF4-FFF2-40B4-BE49-F238E27FC236}">
                <a16:creationId xmlns:a16="http://schemas.microsoft.com/office/drawing/2014/main" id="{3318577D-4988-48AC-92B8-1D17847C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0"/>
            <a:ext cx="6257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A0DB0B5-4FFF-426C-BEB9-9FC522DE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안은 Navigation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F531A80-5AD2-4B35-BCEE-EF18A41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1950"/>
            <a:ext cx="5143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Android 경계는 Intent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CC3985-1FB2-47D6-8EBE-4DC8357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MainActivity · 같은 NavHost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A78132-9B3C-49E6-88F0-84593E6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49530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Home → Search → Player → Library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Type-safe destination 4개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launchSingleTop · saveState · restoreState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496031-56AF-4B8D-85DD-9A8C766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Activity · Service · Broadcast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FAFF51-9850-4B63-8AE1-3F2903A3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19750"/>
            <a:ext cx="5143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위젯 검색 → WidgetMusicSearchActivity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위젯 제어 → Broadcast → foreground service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Intent extra → MainActivity Search 시작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E27ED1-7860-4A2A-A189-53FEF9E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3172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3C4AD24-F281-48EB-B52B-2612DD0F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아키텍처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23E6609-7A55-4DFB-BD9E-C0B080B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UI와 재생 엔진을 분리하고 실제 상태를 다시 돌려받습니다</a:t>
            </a:r>
          </a:p>
        </p:txBody>
      </p:sp>
      <p:cxnSp>
        <p:nvCxnSpPr>
          <p:cNvPr id="34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EE4EDB-0BAF-4FFE-9D20-2BF1C481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아키텍처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2C7391-6C80-41E5-A532-5DD74BE1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cxnSp>
        <p:nvCxnSpPr>
          <p:cNvPr id="37" name="connector"/>
          <p:cNvCxnSpPr/>
          <p:nvPr/>
        </p:nvCxnSpPr>
        <p:spPr>
          <a:xfrm xmlns:a="http://schemas.openxmlformats.org/drawingml/2006/main">
            <a:off x="1866900" y="3133725"/>
            <a:ext cx="1562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D760"/>
            </a:solidFill>
            <a:prstDash val="solid"/>
          </a:ln>
        </p:spPr>
      </p:cxnSp>
      <p:cxnSp>
        <p:nvCxnSpPr>
          <p:cNvPr id="38" name="connector"/>
          <p:cNvCxnSpPr/>
          <p:nvPr/>
        </p:nvCxnSpPr>
        <p:spPr>
          <a:xfrm xmlns:a="http://schemas.openxmlformats.org/drawingml/2006/main">
            <a:off x="4781550" y="3133725"/>
            <a:ext cx="1562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D760"/>
            </a:solidFill>
            <a:prstDash val="solid"/>
          </a:ln>
        </p:spPr>
      </p:cxnSp>
      <p:cxnSp>
        <p:nvCxnSpPr>
          <p:cNvPr id="39" name="connector"/>
          <p:cNvCxnSpPr/>
          <p:nvPr/>
        </p:nvCxnSpPr>
        <p:spPr>
          <a:xfrm xmlns:a="http://schemas.openxmlformats.org/drawingml/2006/main">
            <a:off x="7696200" y="3133725"/>
            <a:ext cx="1562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D760"/>
            </a:solidFill>
            <a:prstDash val="solid"/>
          </a:ln>
        </p:spPr>
      </p:cxnSp>
      <p:cxnSp>
        <p:nvCxnSpPr>
          <p:cNvPr id="40" name="connector"/>
          <p:cNvCxnSpPr/>
          <p:nvPr/>
        </p:nvCxnSpPr>
        <p:spPr>
          <a:xfrm xmlns:a="http://schemas.openxmlformats.org/drawingml/2006/main">
            <a:off x="4152900" y="4095750"/>
            <a:ext cx="952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connector"/>
          <p:cNvCxnSpPr/>
          <p:nvPr/>
        </p:nvCxnSpPr>
        <p:spPr>
          <a:xfrm xmlns:a="http://schemas.openxmlformats.org/drawingml/2006/main">
            <a:off x="9982200" y="4095750"/>
            <a:ext cx="9525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ACDAB11-2847-4646-8261-E5F26AEC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95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0BBD8515-9A8D-4DF7-BDE2-0AB942C7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62200"/>
            <a:ext cx="2095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19050">
            <a:solidFill>
              <a:srgbClr val="1ED760"/>
            </a:solidFill>
            <a:prstDash val="solid"/>
          </a:ln>
        </p:spPr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F8605AF4-59A4-4412-9177-674FA2B7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2095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35A6CE78-BC09-4502-935D-84EC740B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2647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16F59509-D420-43F4-9BB1-18CC1FE3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9976B90-3673-4368-91BA-DFDEAF2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9650"/>
            <a:ext cx="2647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63B792-2D55-4480-B4B9-2B81294D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Compose UI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E71A8C-CBC5-469E-BFE0-0D6CD033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171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입력 · 화면 렌더링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750C678-862B-4969-A6D5-0910ABC5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ViewModel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F766837-3ED8-40CC-8744-DE2D626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1714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StateFlow · UI state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D7CAA65-D172-418C-9949-810F62F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8425"/>
            <a:ext cx="1714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64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Playback Controller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79A88E9-0E07-4B58-A696-0326F117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28975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MediaController 연결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6B063C1-09B0-4CF8-A729-1CE00705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38425"/>
            <a:ext cx="2266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MediaSessionService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6EE9896-5E16-4D2A-A06C-8F9CFFE2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28975"/>
            <a:ext cx="226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ExoPlayer · 알림 · 위젯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CE1969D-9CE4-4778-8725-E5FBBCC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101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Preferences DataStore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BEA59CA-4110-4E83-8461-2C216AA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38775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즐겨찾기 · 최근 선택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CEE5043-7B99-420E-B05B-008B326E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10150"/>
            <a:ext cx="2266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Widget SharedPreferences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2AF87B2-3E84-4B6C-B4B0-A33420E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38775"/>
            <a:ext cx="2266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마지막 곡 · 표시 상태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301CDE2-72F9-4025-9F57-85E2C4E3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05125"/>
            <a:ext cx="685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64A5AC3-F7E3-44A1-A66F-1A506F0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05125"/>
            <a:ext cx="685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B843D5C-92F4-4B2B-946F-EEF865C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85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57866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E3844B8-56CF-45C7-A0C9-E2B803F0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검색과 PREVIEW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B805C8F-45D1-4D5A-8FE8-0D5DE182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685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검색은 즉시, 온라인 요청은 늦춰서 정확하게</a:t>
            </a:r>
          </a:p>
        </p:txBody>
      </p:sp>
      <p:cxnSp>
        <p:nvCxnSpPr>
          <p:cNvPr id="18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3F8305E-D33E-4A5F-9C68-80EAB68A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검색과 preview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82BD57-B0E6-466B-864B-698F19C5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943AB2-6DA8-477B-AC28-986FC5C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LOCAL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C283A0-7C81-4AF5-A441-7B903BA7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6191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제목 · 아티스트 · 앨범 즉시 필터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459806D-5CD6-4F1E-A5D5-EF818740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ONLINE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9FE6F4-6A0F-472F-AE9F-BE1B8F2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619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2글자 이상 · 1,000ms debounce · 이전 Job 취소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4F9E449-6E0C-4FAA-A6A2-47212BD5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PROVIDERS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7C55DC-AF13-4D36-9A17-B7317E4E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iTunes + MusicBrainz · 부분 실패 허용 · 최종 최대 12개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3A602E8F-A714-4860-BA39-63A8C1C7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515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1435BC7-FD3A-4F6E-9C0C-0AD492C8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HTTPS preview만 30초 Music으로 변환 · 다운로드하지 않음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56237B78-2361-4C8E-A250-618ECAEF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398145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c1a8910e34459"/>
          <a:srcRect xmlns:a="http://schemas.openxmlformats.org/drawingml/2006/main" l="179" t="0" r="1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6775" y="400050"/>
            <a:ext cx="2647950" cy="5905500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</p:spTree>
    <p:extLst>
      <p:ext uri="{BB962C8B-B14F-4D97-AF65-F5344CB8AC3E}">
        <p14:creationId xmlns:p14="http://schemas.microsoft.com/office/powerpoint/2010/main" val="519673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0843CED-BBE3-43C6-8F76-02A3ABD2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MEDIA3 재생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3289CE4-E356-45A3-A8BE-56689B5E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30초 제한은 UI 문구가 아니라 서비스 정책입니다</a:t>
            </a:r>
          </a:p>
        </p:txBody>
      </p:sp>
      <p:cxnSp>
        <p:nvCxnSpPr>
          <p:cNvPr id="30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FD7945-1B37-4AAE-8901-6D639ED2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Media3 재생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AD6D09-A3CB-4B8B-9537-13D8C2D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021263EF-3C72-4D26-BC1E-8E06AED3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5812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61EB74-CF3B-43B2-97F4-4780C523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ABB10B-2961-4149-B538-95308E4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MediaItem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7130FED-7238-4410-88E3-6684E59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resource URI
또는 HTTPS preview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90F677-F93C-48B8-BFFF-BD80E83A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242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4ADC47A-7BAA-48EC-8659-E9D5D640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85950"/>
            <a:ext cx="25812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29B588-87DE-4839-B4C1-D1ABC866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336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8C5E71-191B-4FA8-A329-1D7A180C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99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MediaController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02BC14-FEC3-4B76-9312-657B303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5760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play · pause · seek
previous · next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8A80EF5-8822-456F-AA6C-5D69B55A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242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EB027D00-3564-40AF-AA62-9BBE6D99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5812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F9F34D4-4647-4CFB-8063-BFBBB85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E06CA24-E44A-42E3-B0FB-68A199FA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MediaSessionService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4AA74DB-526F-4955-9EE7-90CC26FF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Activity와 분리된
ExoPlayer 소유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C29E832-2FC9-4EA3-A7B0-28EFD10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242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→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3B29CC96-20A6-4177-9C0B-25A22F6B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85950"/>
            <a:ext cx="258127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40A2099-2FF0-4722-A13C-EBB4310F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336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3885B80-1E2B-407B-A4BB-893A6159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099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System UI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2C5D7B7-DDAB-41F3-9C2A-357E1182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5760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알림 · 잠금 화면
위젯의 같은 세션</a:t>
            </a:r>
          </a:p>
        </p:txBody>
      </p:sp>
      <p:sp>
        <p:nvSpPr>
          <p:cNvPr id="25" name="panel">
            <a:extLst xmlns:a="http://schemas.openxmlformats.org/drawingml/2006/main">
              <a:ext uri="{FF2B5EF4-FFF2-40B4-BE49-F238E27FC236}">
                <a16:creationId xmlns:a16="http://schemas.microsoft.com/office/drawing/2014/main" id="{67B844CD-CF57-48F1-A96F-59520493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E97C449-9E19-45DA-94D6-63892BE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247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500ms마다 위치 확인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678D3C4-67CE-48A4-80F0-AFE36AB2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34000"/>
            <a:ext cx="790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30초 도달 → 다음 preview / 마지막이면 pause + 0ms</a:t>
            </a:r>
          </a:p>
        </p:txBody>
      </p:sp>
    </p:spTree>
    <p:extLst>
      <p:ext uri="{BB962C8B-B14F-4D97-AF65-F5344CB8AC3E}">
        <p14:creationId xmlns:p14="http://schemas.microsoft.com/office/powerpoint/2010/main" val="1110522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62FC714-3343-4346-84DF-864A1774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시스템 재생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C1ED63-F82F-4761-93CF-1442A171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239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백그라운드 재생과 알림을 MediaSession으로 통합했습니다</a:t>
            </a:r>
          </a:p>
        </p:txBody>
      </p:sp>
      <p:cxnSp>
        <p:nvCxnSpPr>
          <p:cNvPr id="15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034BF7-32EE-48AB-A1A4-A757553B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시스템 재생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A97620-8E54-4EC2-B793-090141E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22183D6-4B92-4CB3-966E-AEAA920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3340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A203BB-D354-42F4-983E-B104DBBE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MediaSessionService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9F34F6-2747-413D-BC70-0EDF2AB5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762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ExoPlayer를 Activity 밖에서 소유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music audio attributes와 noisy 처리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repeat off · queue 상태 유지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653A1F4-29FB-4498-BA06-5915B810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24050"/>
            <a:ext cx="57340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262274-24D3-4790-B403-E6EAB7B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5086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Media notification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A0F361-CB4C-4958-9400-3351FDEE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508635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제목: 현재 곡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본문: 아티스트 - 앨범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이전 · 기본 play/pause · 다음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탭하면 기존 MainActivity로 복귀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8A668CF-C45F-430E-85A6-D130AF7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Activity가 foreground를 떠나도 서비스 세션으로 재생 가능</a:t>
            </a:r>
          </a:p>
        </p:txBody>
      </p:sp>
    </p:spTree>
    <p:extLst>
      <p:ext uri="{BB962C8B-B14F-4D97-AF65-F5344CB8AC3E}">
        <p14:creationId xmlns:p14="http://schemas.microsoft.com/office/powerpoint/2010/main" val="1114713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0624364-4671-43FD-AB65-2B261657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 화면 위젯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1182026-D3EF-4910-8986-FE89699C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위젯도 같은 재생 엔진을 제어합니다</a:t>
            </a:r>
          </a:p>
        </p:txBody>
      </p:sp>
      <p:cxnSp>
        <p:nvCxnSpPr>
          <p:cNvPr id="18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112D5E-3960-4500-B56F-B44E1439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 화면 위젯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3A87F4-F725-4EAF-904D-2E152046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648E3957-BD33-45CE-BA07-B6D0E053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57020EC-D1F4-4C6B-A8EA-A8C772F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43100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F7909659-FEF5-468B-891D-3BA5051E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A04BD5-8538-4E51-AF3A-854D6AF5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RemoteViews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BC3F40-B6C7-4772-9699-875C534C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9527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곡 · 상태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이전 · 목표 play/pause · 다음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compact 높이 대응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3F352C-B056-4236-B98A-B217F07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PendingIntent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7641FF-D55C-43F0-9BDE-81E4657C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9527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Broadcast action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foreground service 명령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특정 로컬 곡 ID 재생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A3134E-349C-4091-A39F-12178080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Widget search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8635CD3-6E17-4082-8D34-6F0FD78C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29527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별도 Compose Activity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결과는 바로 재생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iTunes 결과는 metadata-only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DDE1AC8-B01F-48C3-BD49-04EA82AC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큰 위젯에서는 로컬 카탈로그 앞 4곡을 바로 재생</a:t>
            </a:r>
          </a:p>
        </p:txBody>
      </p:sp>
    </p:spTree>
    <p:extLst>
      <p:ext uri="{BB962C8B-B14F-4D97-AF65-F5344CB8AC3E}">
        <p14:creationId xmlns:p14="http://schemas.microsoft.com/office/powerpoint/2010/main" val="655706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5830BA92-053F-44A8-81E5-8B7253E7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상태 · UX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81FBE80-F49F-4AC9-BE1C-5ACBBC5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7239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상태는 목적에 맞게 나누고, 조작은 물리적으로 다듬었습니다</a:t>
            </a:r>
          </a:p>
        </p:txBody>
      </p:sp>
      <p:cxnSp>
        <p:nvCxnSpPr>
          <p:cNvPr id="22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A9B954-3EC5-4E90-8866-ADFC978F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상태 · UX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211365-96F3-410B-B4DB-89D5913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0B450303-85C9-4937-AED6-33020E85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6572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213C86-D0D8-4AF5-85FD-A7DA68BD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ViewModel · StateFlow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B66A2B-F394-431A-93AD-32352AFB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검색 · 필터 · 현재 곡 · UI queue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1E44BE-DF3F-4A94-91F2-5BFAB3C9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Preferences DataStore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7CCB18F-5249-4D3D-BC5E-AD3383C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즐겨찾기 · 최근 선택 최대 8개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786EA2-74AB-4E63-AA66-AC79D631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Widget SharedPreferences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7B2C91-AE53-4C16-84E4-29B6ECE2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마지막 곡 · preview metadata · 표시 상태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4300F03B-E3E8-46AA-9E19-898CEDDD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47850"/>
            <a:ext cx="4495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3869981-A558-4694-9DBA-F9FD7B9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171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28%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3614DC-9002-4B03-B543-A051978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artwork swipe 확정 기준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8CAC70-2A3B-46E9-8759-6D211924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1714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0.97×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7641D5A-9464-4791-AA7A-9016C9B7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361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버튼 press feedback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2D856AB-AB32-43FE-ADA0-913DEE1D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720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TalkBack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C6B394-8820-4137-AEA8-E1D65FD1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10200"/>
            <a:ext cx="371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state description · live region · custom action</a:t>
            </a:r>
          </a:p>
        </p:txBody>
      </p:sp>
    </p:spTree>
    <p:extLst>
      <p:ext uri="{BB962C8B-B14F-4D97-AF65-F5344CB8AC3E}">
        <p14:creationId xmlns:p14="http://schemas.microsoft.com/office/powerpoint/2010/main" val="828800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44F5076-2102-4EA8-9A24-D478AF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검증과 다음 단계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81D8345-A6C5-435F-8685-D9B68910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 로직은 검증했고, 다음은 실제 사용 안정성입니다</a:t>
            </a:r>
          </a:p>
        </p:txBody>
      </p:sp>
      <p:cxnSp>
        <p:nvCxnSpPr>
          <p:cNvPr id="21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FA58B1-5AB7-41EC-8E26-48A57958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검증과 다음 단계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81FB0E5-571C-4F79-8C4F-FB579E70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5E1A8E29-D593-4A67-B347-6656474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DC6549-AB6B-4827-BE8E-5D76A78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1145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27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AB5293-9560-440D-97B5-13FC4B28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114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로컬 JVM 테스트
ViewModel · 검색 · repository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09EB0EE-9A55-4E1D-A37C-D2A8F63E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7645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FD77585-3669-4CC5-B30E-F8623562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21145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3DB1754-0B3B-42B6-A16B-F6062339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62350"/>
            <a:ext cx="2114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instrumented 테스트
패키지 · 위젯 pause 상태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DD4F33E1-3238-4278-A830-2B22961F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B70905-FE4D-4171-8647-709596E5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1145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500ms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929598-A667-4E9B-A1D6-2919375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2114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Controller progress와
preview 제한 확인 주기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F863A9CE-0B78-4B5C-80DF-DE51EA2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76450"/>
            <a:ext cx="2571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6C6374-DCB5-4777-BF83-2A901C6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24100"/>
            <a:ext cx="21145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1A3CA61-20CB-47FF-AE73-3354EC3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62350"/>
            <a:ext cx="2114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실제 Pixel 8에서 캡처한
주요 화면 수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9C2ED2-AFC7-4D8D-83DE-6B8BCDC8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다음: 장시간 실기기 재생 · 알림/위젯 E2E · Compose navigation UI 테스트</a:t>
            </a:r>
          </a:p>
        </p:txBody>
      </p:sp>
    </p:spTree>
    <p:extLst>
      <p:ext uri="{BB962C8B-B14F-4D97-AF65-F5344CB8AC3E}">
        <p14:creationId xmlns:p14="http://schemas.microsoft.com/office/powerpoint/2010/main" val="173830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B5DE676-BD0B-4A9A-A283-6F7B79DD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3분 시연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850354-C651-49AB-A4F0-5A2A50A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탐색에서 시스템 UI까지 한 흐름으로 보여줍니다</a:t>
            </a:r>
          </a:p>
        </p:txBody>
      </p:sp>
      <p:cxnSp>
        <p:nvCxnSpPr>
          <p:cNvPr id="34" name="connector"/>
          <p:cNvCxnSpPr/>
          <p:nvPr/>
        </p:nvCxnSpPr>
        <p:spPr>
          <a:xfrm xmlns:a="http://schemas.openxmlformats.org/drawingml/2006/main">
            <a:off x="400050" y="64293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428ED3D-CF78-4ABC-9704-F350215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3분 시연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01B5F21-3BEC-452F-AAE9-503C4409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93540D46-E7B4-48EE-8395-0F96234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571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925671-6E9E-46EB-AEA3-50F656D0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A0E0484-954A-4911-A97B-57023936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42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Home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AF2358-54E6-4A0A-B086-7FB12937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2428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12곡 · API preview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645A365D-6FCF-4AF0-A435-9B90420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28800"/>
            <a:ext cx="3571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4979CD1-33DC-4365-AFCC-12BCDA48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273DE3-4BD6-4625-A25E-C561030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00250"/>
            <a:ext cx="242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Search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921AD26-797C-4C8E-9842-EF7B586C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552700"/>
            <a:ext cx="2428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night · debounce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CDDC0243-41AC-4983-AD6D-A385344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71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D0C6DD-2C56-43B6-80E5-C1B87252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6209852-C36A-4455-83E3-8497D72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42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Player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4E8DF5A-DB3C-4099-81E0-38DC89E0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428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seek · swipe · Saved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AB24889A-EB49-417E-9B37-C79B7F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3571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DDBE77F-AFF5-4616-A03C-AC57923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F585A05-BB60-4436-ADB2-30A07E0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242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Library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926BDF5-A889-468C-86BF-0CF2BD92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2428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즐겨찾기 · 최근 선택</a:t>
            </a:r>
          </a:p>
        </p:txBody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0B08672A-1357-4714-BC2C-1664894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48050"/>
            <a:ext cx="3571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A85263E-9278-49AB-8131-9F0A7C55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01EE631-0C79-4417-92C9-559719A3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619500"/>
            <a:ext cx="242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Notification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484EAC8-7E93-4B55-A2C1-C838D48D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71950"/>
            <a:ext cx="2428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앱 밖 이전 · pause · next</a:t>
            </a:r>
          </a:p>
        </p:txBody>
      </p:sp>
      <p:sp>
        <p:nvSpPr>
          <p:cNvPr id="26" name="panel">
            <a:extLst xmlns:a="http://schemas.openxmlformats.org/drawingml/2006/main">
              <a:ext uri="{FF2B5EF4-FFF2-40B4-BE49-F238E27FC236}">
                <a16:creationId xmlns:a16="http://schemas.microsoft.com/office/drawing/2014/main" id="{03AB031E-4626-4FD7-A7A1-CA647A1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3571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2EFE172-CE9E-4456-9AB4-EB4577ED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495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DC1B724-1511-4975-BFA1-9C8DB559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428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Widget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05301DE-D0E0-4BAB-AF83-808DE330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71950"/>
            <a:ext cx="2428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Intent · foreground service</a:t>
            </a:r>
          </a:p>
        </p:txBody>
      </p:sp>
      <p:sp>
        <p:nvSpPr>
          <p:cNvPr id="30" name="panel">
            <a:extLst xmlns:a="http://schemas.openxmlformats.org/drawingml/2006/main">
              <a:ext uri="{FF2B5EF4-FFF2-40B4-BE49-F238E27FC236}">
                <a16:creationId xmlns:a16="http://schemas.microsoft.com/office/drawing/2014/main" id="{4F14073C-F33B-45D3-B670-48CCFAD2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F901072-72ED-4B3D-9076-F2D85C8B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D76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UI · 상태 · 서비스 · 시스템 UI를 하나의 playback flow로 연결했습니다</a:t>
            </a:r>
          </a:p>
        </p:txBody>
      </p:sp>
    </p:spTree>
    <p:extLst>
      <p:ext uri="{BB962C8B-B14F-4D97-AF65-F5344CB8AC3E}">
        <p14:creationId xmlns:p14="http://schemas.microsoft.com/office/powerpoint/2010/main" val="40213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2026-07-13T01:14:28.3300000Z</dcterms:created>
  <dcterms:modified xsi:type="dcterms:W3CDTF">2026-07-13T01:14:28.3300000Z</dcterms:modified>
</coreProperties>
</file>